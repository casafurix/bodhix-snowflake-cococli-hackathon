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deded 1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67258" y="32992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7238" y="43567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7248" y="36412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7238" y="40138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</a:t>
            </a: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522945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Cortex Code CLI skills are used and how they connect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i="1" sz="60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Framededed 1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